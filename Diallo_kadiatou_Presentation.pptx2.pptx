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9" r:id="rId7"/>
    <p:sldId id="27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62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diatou Diallo" userId="8d4d8bb36ac9cd0c" providerId="LiveId" clId="{B8110DB4-04B6-465C-B6C0-6504DC95A1E6}"/>
    <pc:docChg chg="undo custSel addSld delSld modSld">
      <pc:chgData name="kadiatou Diallo" userId="8d4d8bb36ac9cd0c" providerId="LiveId" clId="{B8110DB4-04B6-465C-B6C0-6504DC95A1E6}" dt="2026-06-23T13:30:07.552" v="68" actId="1076"/>
      <pc:docMkLst>
        <pc:docMk/>
      </pc:docMkLst>
      <pc:sldChg chg="modSp mod">
        <pc:chgData name="kadiatou Diallo" userId="8d4d8bb36ac9cd0c" providerId="LiveId" clId="{B8110DB4-04B6-465C-B6C0-6504DC95A1E6}" dt="2026-06-23T13:24:10.443" v="25" actId="1076"/>
        <pc:sldMkLst>
          <pc:docMk/>
          <pc:sldMk cId="0" sldId="259"/>
        </pc:sldMkLst>
        <pc:spChg chg="mod">
          <ac:chgData name="kadiatou Diallo" userId="8d4d8bb36ac9cd0c" providerId="LiveId" clId="{B8110DB4-04B6-465C-B6C0-6504DC95A1E6}" dt="2026-06-23T13:24:10.443" v="25" actId="1076"/>
          <ac:spMkLst>
            <pc:docMk/>
            <pc:sldMk cId="0" sldId="259"/>
            <ac:spMk id="2" creationId="{00000000-0000-0000-0000-000000000000}"/>
          </ac:spMkLst>
        </pc:spChg>
      </pc:sldChg>
      <pc:sldChg chg="addSp delSp modSp new del mod">
        <pc:chgData name="kadiatou Diallo" userId="8d4d8bb36ac9cd0c" providerId="LiveId" clId="{B8110DB4-04B6-465C-B6C0-6504DC95A1E6}" dt="2026-06-23T13:24:01.320" v="23" actId="680"/>
        <pc:sldMkLst>
          <pc:docMk/>
          <pc:sldMk cId="1354894172" sldId="269"/>
        </pc:sldMkLst>
        <pc:spChg chg="add del mod">
          <ac:chgData name="kadiatou Diallo" userId="8d4d8bb36ac9cd0c" providerId="LiveId" clId="{B8110DB4-04B6-465C-B6C0-6504DC95A1E6}" dt="2026-06-23T13:24:00.242" v="22"/>
          <ac:spMkLst>
            <pc:docMk/>
            <pc:sldMk cId="1354894172" sldId="269"/>
            <ac:spMk id="2" creationId="{7DEF57A0-4834-C274-E146-D362532DC8E2}"/>
          </ac:spMkLst>
        </pc:spChg>
        <pc:picChg chg="add del mod">
          <ac:chgData name="kadiatou Diallo" userId="8d4d8bb36ac9cd0c" providerId="LiveId" clId="{B8110DB4-04B6-465C-B6C0-6504DC95A1E6}" dt="2026-06-23T13:23:58.033" v="19" actId="22"/>
          <ac:picMkLst>
            <pc:docMk/>
            <pc:sldMk cId="1354894172" sldId="269"/>
            <ac:picMk id="4" creationId="{8FB0A7FB-DF0A-3361-F839-69B6E498808E}"/>
          </ac:picMkLst>
        </pc:picChg>
      </pc:sldChg>
      <pc:sldChg chg="addSp delSp modSp new mod">
        <pc:chgData name="kadiatou Diallo" userId="8d4d8bb36ac9cd0c" providerId="LiveId" clId="{B8110DB4-04B6-465C-B6C0-6504DC95A1E6}" dt="2026-06-23T13:28:33.750" v="63" actId="1076"/>
        <pc:sldMkLst>
          <pc:docMk/>
          <pc:sldMk cId="2343971939" sldId="269"/>
        </pc:sldMkLst>
        <pc:spChg chg="add del mod">
          <ac:chgData name="kadiatou Diallo" userId="8d4d8bb36ac9cd0c" providerId="LiveId" clId="{B8110DB4-04B6-465C-B6C0-6504DC95A1E6}" dt="2026-06-23T13:28:27.508" v="62" actId="478"/>
          <ac:spMkLst>
            <pc:docMk/>
            <pc:sldMk cId="2343971939" sldId="269"/>
            <ac:spMk id="2" creationId="{45937184-A0DA-B4AA-EFC1-EEF6687AC5EF}"/>
          </ac:spMkLst>
        </pc:spChg>
        <pc:picChg chg="add mod">
          <ac:chgData name="kadiatou Diallo" userId="8d4d8bb36ac9cd0c" providerId="LiveId" clId="{B8110DB4-04B6-465C-B6C0-6504DC95A1E6}" dt="2026-06-23T13:28:33.750" v="63" actId="1076"/>
          <ac:picMkLst>
            <pc:docMk/>
            <pc:sldMk cId="2343971939" sldId="269"/>
            <ac:picMk id="4" creationId="{0280145C-11F2-A963-9BF9-9158024D7A32}"/>
          </ac:picMkLst>
        </pc:picChg>
        <pc:picChg chg="add mod">
          <ac:chgData name="kadiatou Diallo" userId="8d4d8bb36ac9cd0c" providerId="LiveId" clId="{B8110DB4-04B6-465C-B6C0-6504DC95A1E6}" dt="2026-06-23T13:26:39.724" v="52" actId="1076"/>
          <ac:picMkLst>
            <pc:docMk/>
            <pc:sldMk cId="2343971939" sldId="269"/>
            <ac:picMk id="6" creationId="{CB1AFAC4-D894-BE48-055B-4E9219E2E052}"/>
          </ac:picMkLst>
        </pc:picChg>
      </pc:sldChg>
      <pc:sldChg chg="addSp delSp modSp new mod">
        <pc:chgData name="kadiatou Diallo" userId="8d4d8bb36ac9cd0c" providerId="LiveId" clId="{B8110DB4-04B6-465C-B6C0-6504DC95A1E6}" dt="2026-06-23T13:30:07.552" v="68" actId="1076"/>
        <pc:sldMkLst>
          <pc:docMk/>
          <pc:sldMk cId="1225068432" sldId="270"/>
        </pc:sldMkLst>
        <pc:picChg chg="add del">
          <ac:chgData name="kadiatou Diallo" userId="8d4d8bb36ac9cd0c" providerId="LiveId" clId="{B8110DB4-04B6-465C-B6C0-6504DC95A1E6}" dt="2026-06-23T13:27:16.267" v="56" actId="22"/>
          <ac:picMkLst>
            <pc:docMk/>
            <pc:sldMk cId="1225068432" sldId="270"/>
            <ac:picMk id="3" creationId="{8540154E-B887-5664-52ED-5656619E9C4D}"/>
          </ac:picMkLst>
        </pc:picChg>
        <pc:picChg chg="add mod">
          <ac:chgData name="kadiatou Diallo" userId="8d4d8bb36ac9cd0c" providerId="LiveId" clId="{B8110DB4-04B6-465C-B6C0-6504DC95A1E6}" dt="2026-06-23T13:28:08.150" v="59" actId="1076"/>
          <ac:picMkLst>
            <pc:docMk/>
            <pc:sldMk cId="1225068432" sldId="270"/>
            <ac:picMk id="5" creationId="{0C2BE732-7204-6E5D-9C6B-511216290B1C}"/>
          </ac:picMkLst>
        </pc:picChg>
        <pc:picChg chg="add mod">
          <ac:chgData name="kadiatou Diallo" userId="8d4d8bb36ac9cd0c" providerId="LiveId" clId="{B8110DB4-04B6-465C-B6C0-6504DC95A1E6}" dt="2026-06-23T13:30:07.552" v="68" actId="1076"/>
          <ac:picMkLst>
            <pc:docMk/>
            <pc:sldMk cId="1225068432" sldId="270"/>
            <ac:picMk id="7" creationId="{2C47CE95-273E-D03C-090F-23985C84B14D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790352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3D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E0A8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AfriTalent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7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de Mise en Relation Freelance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00400" y="3246120"/>
            <a:ext cx="2743200" cy="45720"/>
          </a:xfrm>
          <a:prstGeom prst="rect">
            <a:avLst/>
          </a:prstGeom>
          <a:solidFill>
            <a:srgbClr val="E0A825"/>
          </a:solidFill>
          <a:ln w="12700">
            <a:solidFill>
              <a:srgbClr val="E0A82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7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Diallo Kadiatou  •  Projet Web S2  •  Juin 2025</a:t>
            </a:r>
            <a:endParaRPr lang="en-US" sz="1400" dirty="0"/>
          </a:p>
        </p:txBody>
      </p:sp>
    </p:spTree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Sommaire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Présentation du projet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3931920" cy="13716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548640" y="184708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Choix de design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350008"/>
            <a:ext cx="3931920" cy="13716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548640" y="2596896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Architecture du site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099816"/>
            <a:ext cx="3931920" cy="13716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548640" y="3346704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Points techniques — JavaScript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849624"/>
            <a:ext cx="3931920" cy="13716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548640" y="4096512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Bootstrap 5 &amp; CSS avancé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599432"/>
            <a:ext cx="3931920" cy="13716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4846320" y="109728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GitHub &amp; Déploiement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846320" y="1600200"/>
            <a:ext cx="3931920" cy="13716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4846320" y="184708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Difficultés &amp; Solutions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846320" y="2350008"/>
            <a:ext cx="3931920" cy="13716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4846320" y="2596896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Ressources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846320" y="3099816"/>
            <a:ext cx="3931920" cy="13716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4846320" y="3346704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Conclusion &amp; Perspectives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846320" y="3849624"/>
            <a:ext cx="3931920" cy="13716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Présentation du projet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6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468880" y="105156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AfriTalent est un site web vitrine d'une plateforme de mise en relation entre clients et freelances africains. Projet académique de fin de semestre S2.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8321040" cy="13716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548640" y="23774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6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Objectif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468880" y="237744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un site multi-pages responsive avec HTML5, CSS3, Bootstrap 5 et JavaScript, déployé sur GitHub Pages.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474720"/>
            <a:ext cx="8321040" cy="13716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548640" y="37033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6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 cible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468880" y="370332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Entrepreneurs et entreprises à la recherche de talents freelance africains dans les domaines du digital, design et développement.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800600"/>
            <a:ext cx="8321040" cy="13716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4287"/>
            <a:ext cx="9144000" cy="914400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Choix de Design — Palette &amp; Typographie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508760" cy="1371600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457200" y="251460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#1A6B3A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 Forêt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121408" y="1097280"/>
            <a:ext cx="1508760" cy="1371600"/>
          </a:xfrm>
          <a:prstGeom prst="rect">
            <a:avLst/>
          </a:prstGeom>
          <a:solidFill>
            <a:srgbClr val="E0A825"/>
          </a:solidFill>
          <a:ln w="12700">
            <a:solidFill>
              <a:srgbClr val="E0A82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2121408" y="251460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#E0A825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121408" y="283464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Afrique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785616" y="1097280"/>
            <a:ext cx="1508760" cy="1371600"/>
          </a:xfrm>
          <a:prstGeom prst="rect">
            <a:avLst/>
          </a:prstGeom>
          <a:solidFill>
            <a:srgbClr val="2A8A4A"/>
          </a:solidFill>
          <a:ln w="12700">
            <a:solidFill>
              <a:srgbClr val="2A8A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3785616" y="251460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#2A8A4A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785616" y="283464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 Clair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49824" y="1097280"/>
            <a:ext cx="1508760" cy="1371600"/>
          </a:xfrm>
          <a:prstGeom prst="rect">
            <a:avLst/>
          </a:prstGeom>
          <a:solidFill>
            <a:srgbClr val="0E3D22"/>
          </a:solidFill>
          <a:ln w="12700">
            <a:solidFill>
              <a:srgbClr val="0E3D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5449824" y="251460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#0E3D22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49824" y="283464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 Nuit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114032" y="1097280"/>
            <a:ext cx="1508760" cy="1371600"/>
          </a:xfrm>
          <a:prstGeom prst="rect">
            <a:avLst/>
          </a:prstGeom>
          <a:solidFill>
            <a:srgbClr val="F7F4EE"/>
          </a:solidFill>
          <a:ln w="12700">
            <a:solidFill>
              <a:srgbClr val="F7F4E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7114032" y="251460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#F7F4EE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114032" y="283464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Crème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3337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6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Typographie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48640" y="3749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Playfair Display — titres principaux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407822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Raleway — sous-titres &amp; navigation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44074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Open Sans — corps de texte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du site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474720" y="1005840"/>
            <a:ext cx="2194560" cy="594360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3474720" y="10058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AfriTalent /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97280" y="1600200"/>
            <a:ext cx="0" cy="457200"/>
          </a:xfrm>
          <a:prstGeom prst="line">
            <a:avLst/>
          </a:prstGeom>
          <a:noFill/>
          <a:ln w="19050">
            <a:solidFill>
              <a:srgbClr val="E0A82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274320" y="2057400"/>
            <a:ext cx="1691640" cy="548640"/>
          </a:xfrm>
          <a:prstGeom prst="rect">
            <a:avLst/>
          </a:prstGeom>
          <a:solidFill>
            <a:srgbClr val="F0F5F1"/>
          </a:solidFill>
          <a:ln w="12700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274320" y="205740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index.html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0" y="1600200"/>
            <a:ext cx="0" cy="457200"/>
          </a:xfrm>
          <a:prstGeom prst="line">
            <a:avLst/>
          </a:prstGeom>
          <a:noFill/>
          <a:ln w="19050">
            <a:solidFill>
              <a:srgbClr val="E0A82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1920240" y="2057400"/>
            <a:ext cx="1691640" cy="548640"/>
          </a:xfrm>
          <a:prstGeom prst="rect">
            <a:avLst/>
          </a:prstGeom>
          <a:solidFill>
            <a:srgbClr val="F0F5F1"/>
          </a:solidFill>
          <a:ln w="12700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1920240" y="205740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about.html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89120" y="1600200"/>
            <a:ext cx="0" cy="457200"/>
          </a:xfrm>
          <a:prstGeom prst="line">
            <a:avLst/>
          </a:prstGeom>
          <a:noFill/>
          <a:ln w="19050">
            <a:solidFill>
              <a:srgbClr val="E0A82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3566160" y="2057400"/>
            <a:ext cx="1691640" cy="548640"/>
          </a:xfrm>
          <a:prstGeom prst="rect">
            <a:avLst/>
          </a:prstGeom>
          <a:solidFill>
            <a:srgbClr val="F0F5F1"/>
          </a:solidFill>
          <a:ln w="12700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3566160" y="205740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freelances.html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35040" y="1600200"/>
            <a:ext cx="0" cy="457200"/>
          </a:xfrm>
          <a:prstGeom prst="line">
            <a:avLst/>
          </a:prstGeom>
          <a:noFill/>
          <a:ln w="19050">
            <a:solidFill>
              <a:srgbClr val="E0A82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5212080" y="2057400"/>
            <a:ext cx="1691640" cy="548640"/>
          </a:xfrm>
          <a:prstGeom prst="rect">
            <a:avLst/>
          </a:prstGeom>
          <a:solidFill>
            <a:srgbClr val="F0F5F1"/>
          </a:solidFill>
          <a:ln w="12700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5212080" y="205740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tarifs.html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680960" y="1600200"/>
            <a:ext cx="0" cy="457200"/>
          </a:xfrm>
          <a:prstGeom prst="line">
            <a:avLst/>
          </a:prstGeom>
          <a:noFill/>
          <a:ln w="19050">
            <a:solidFill>
              <a:srgbClr val="E0A82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6858000" y="2057400"/>
            <a:ext cx="1691640" cy="548640"/>
          </a:xfrm>
          <a:prstGeom prst="rect">
            <a:avLst/>
          </a:prstGeom>
          <a:solidFill>
            <a:srgbClr val="F0F5F1"/>
          </a:solidFill>
          <a:ln w="12700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6858000" y="205740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contact.html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28803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Fichiers partagés :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3291840"/>
            <a:ext cx="1325880" cy="411480"/>
          </a:xfrm>
          <a:prstGeom prst="rect">
            <a:avLst/>
          </a:prstGeom>
          <a:solidFill>
            <a:srgbClr val="F0F5F1"/>
          </a:solidFill>
          <a:ln w="12700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457200" y="329184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css/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920240" y="3291840"/>
            <a:ext cx="1325880" cy="411480"/>
          </a:xfrm>
          <a:prstGeom prst="rect">
            <a:avLst/>
          </a:prstGeom>
          <a:solidFill>
            <a:srgbClr val="F0F5F1"/>
          </a:solidFill>
          <a:ln w="12700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1920240" y="329184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js/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383280" y="3291840"/>
            <a:ext cx="1325880" cy="411480"/>
          </a:xfrm>
          <a:prstGeom prst="rect">
            <a:avLst/>
          </a:prstGeom>
          <a:solidFill>
            <a:srgbClr val="F0F5F1"/>
          </a:solidFill>
          <a:ln w="12700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3383280" y="329184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images/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: index.html  •  about.html  •  freelances.html  •  tarifs.html  •  contact.html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https://2007kadiatoudiallo-alt.github.io/Diallo-Kadiatou-AfriTalent/</a:t>
            </a:r>
            <a:endParaRPr lang="en-US" sz="1100" dirty="0"/>
          </a:p>
        </p:txBody>
      </p:sp>
    </p:spTree>
  </p:cSld>
  <p:clrMapOvr>
    <a:masterClrMapping/>
  </p:clrMapOvr>
  <p:transition spd="slow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0280145C-11F2-A963-9BF9-9158024D7A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49" y="100012"/>
            <a:ext cx="4427706" cy="3364705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CB1AFAC4-D894-BE48-055B-4E9219E2E0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0601" y="1973136"/>
            <a:ext cx="4193550" cy="3170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39719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0C2BE732-7204-6E5D-9C6B-511216290B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84" y="92869"/>
            <a:ext cx="4581821" cy="3492626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2C47CE95-273E-D03C-090F-23985C84B1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0538" y="1771650"/>
            <a:ext cx="4423462" cy="3350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50684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Points Techniques — JavaScript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73152" cy="457200"/>
          </a:xfrm>
          <a:prstGeom prst="rect">
            <a:avLst/>
          </a:prstGeom>
          <a:solidFill>
            <a:srgbClr val="E0A825"/>
          </a:solidFill>
          <a:ln w="12700">
            <a:solidFill>
              <a:srgbClr val="E0A82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685800" y="10058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6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Dark / Light Mode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137160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de thème avec persistance localStorage — document.body.classList.toggle('dark-mode')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755648"/>
            <a:ext cx="8412480" cy="13716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73152" cy="457200"/>
          </a:xfrm>
          <a:prstGeom prst="rect">
            <a:avLst/>
          </a:prstGeom>
          <a:solidFill>
            <a:srgbClr val="E0A825"/>
          </a:solidFill>
          <a:ln w="12700">
            <a:solidFill>
              <a:srgbClr val="E0A82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685800" y="181051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6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Scroll Navbar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2176272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Navbar dynamique au scroll — window.addEventListener('scroll', ...)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560320"/>
            <a:ext cx="8412480" cy="13716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457200" y="2724912"/>
            <a:ext cx="73152" cy="457200"/>
          </a:xfrm>
          <a:prstGeom prst="rect">
            <a:avLst/>
          </a:prstGeom>
          <a:solidFill>
            <a:srgbClr val="E0A825"/>
          </a:solidFill>
          <a:ln w="12700">
            <a:solidFill>
              <a:srgbClr val="E0A82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685800" y="261518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6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IntersectionObserver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5800" y="2980944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Animations fade-in et compteurs déclenchés à l'entrée dans le viewport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364992"/>
            <a:ext cx="8412480" cy="13716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457200" y="3529584"/>
            <a:ext cx="73152" cy="457200"/>
          </a:xfrm>
          <a:prstGeom prst="rect">
            <a:avLst/>
          </a:prstGeom>
          <a:solidFill>
            <a:srgbClr val="E0A825"/>
          </a:solidFill>
          <a:ln w="12700">
            <a:solidFill>
              <a:srgbClr val="E0A82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685800" y="341985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6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Filtrage Freelances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5800" y="3785616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Filtres par catégorie sans rechargement — data-category + JS event delegation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169664"/>
            <a:ext cx="8412480" cy="13716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457200" y="4334256"/>
            <a:ext cx="73152" cy="457200"/>
          </a:xfrm>
          <a:prstGeom prst="rect">
            <a:avLst/>
          </a:prstGeom>
          <a:solidFill>
            <a:srgbClr val="E0A825"/>
          </a:solidFill>
          <a:ln w="12700">
            <a:solidFill>
              <a:srgbClr val="E0A82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685800" y="422452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6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Formulaire de contact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85800" y="4590288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JS côté client — vérification des champs avant soumission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4974336"/>
            <a:ext cx="8412480" cy="13716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Bootstrap 5 &amp; CSS Avancé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6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Composants Bootstrap utilisés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Navbar responsive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560320" y="14630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Cards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Grid col-md-4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560320" y="19659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Buttons &amp; Badges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4688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560320" y="24688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Carousel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2491741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Table responsive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3099121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Form controls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1005840"/>
            <a:ext cx="45720" cy="3749040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5029200" y="10058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6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CSS Avancé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029200" y="14630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Variables CSS (:root { --color-primary })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0" y="19659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Animations @keyframes fadeInUp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0" y="24688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Flexbox &amp; CSS Grid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0" y="29718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Media Queries (responsive mobile)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0" y="34747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Transitions &amp; effets hover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 &amp; Déploiement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274320" cy="274320"/>
          </a:xfrm>
          <a:prstGeom prst="ellipse">
            <a:avLst/>
          </a:prstGeom>
          <a:solidFill>
            <a:srgbClr val="E0A825"/>
          </a:solidFill>
          <a:ln w="12700">
            <a:solidFill>
              <a:srgbClr val="E0A82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868680" y="100584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1 — Structure HTML de base, arborescence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773936"/>
            <a:ext cx="274320" cy="274320"/>
          </a:xfrm>
          <a:prstGeom prst="ellipse">
            <a:avLst/>
          </a:prstGeom>
          <a:solidFill>
            <a:srgbClr val="E0A825"/>
          </a:solidFill>
          <a:ln w="12700">
            <a:solidFill>
              <a:srgbClr val="E0A82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868680" y="175564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2 — CSS variables, palette, typographie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523744"/>
            <a:ext cx="274320" cy="274320"/>
          </a:xfrm>
          <a:prstGeom prst="ellipse">
            <a:avLst/>
          </a:prstGeom>
          <a:solidFill>
            <a:srgbClr val="E0A825"/>
          </a:solidFill>
          <a:ln w="12700">
            <a:solidFill>
              <a:srgbClr val="E0A82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868680" y="2505456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3 — Hero section, layout asymétrique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273552"/>
            <a:ext cx="274320" cy="274320"/>
          </a:xfrm>
          <a:prstGeom prst="ellipse">
            <a:avLst/>
          </a:prstGeom>
          <a:solidFill>
            <a:srgbClr val="E0A825"/>
          </a:solidFill>
          <a:ln w="12700">
            <a:solidFill>
              <a:srgbClr val="E0A82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868680" y="3255264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4 — Pages about, freelances, contact, tarifs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4023360"/>
            <a:ext cx="274320" cy="274320"/>
          </a:xfrm>
          <a:prstGeom prst="ellipse">
            <a:avLst/>
          </a:prstGeom>
          <a:solidFill>
            <a:srgbClr val="E0A825"/>
          </a:solidFill>
          <a:ln w="12700">
            <a:solidFill>
              <a:srgbClr val="E0A82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868680" y="400507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5 — Bootstrap 5, navbar, footer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0" y="1024128"/>
            <a:ext cx="274320" cy="274320"/>
          </a:xfrm>
          <a:prstGeom prst="ellipse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5166360" y="100584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6 — Dark mode, localStorage, back-to-top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1773936"/>
            <a:ext cx="274320" cy="274320"/>
          </a:xfrm>
          <a:prstGeom prst="ellipse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5166360" y="175564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7 — IntersectionObserver, animations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54880" y="2523744"/>
            <a:ext cx="274320" cy="274320"/>
          </a:xfrm>
          <a:prstGeom prst="ellipse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5166360" y="2505456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8 — Filtres freelances, formulaire validé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54880" y="3273552"/>
            <a:ext cx="274320" cy="274320"/>
          </a:xfrm>
          <a:prstGeom prst="ellipse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5166360" y="3255264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9 — Validation W3C, corrections ARIA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54880" y="4023360"/>
            <a:ext cx="274320" cy="274320"/>
          </a:xfrm>
          <a:prstGeom prst="ellipse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5166360" y="400507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10 — GitHub Pages, déploiement final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754880"/>
            <a:ext cx="8412480" cy="274320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64008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https://2007kadiatoudiallo-alt.github.io/Diallo-Kadiatou-AfriTalent/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Difficultés &amp; Solutions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73152" cy="777240"/>
          </a:xfrm>
          <a:prstGeom prst="rect">
            <a:avLst/>
          </a:prstGeom>
          <a:solidFill>
            <a:srgbClr val="E0A825"/>
          </a:solidFill>
          <a:ln w="12700">
            <a:solidFill>
              <a:srgbClr val="E0A82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685800" y="102412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6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Conflit Bootstrap / JS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13898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d-none empêche l'IntersectionObserver → remplacé par une classe CSS personnalisée (opacity + visibility: hidden)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938528"/>
            <a:ext cx="8412480" cy="13716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73152" cy="777240"/>
          </a:xfrm>
          <a:prstGeom prst="rect">
            <a:avLst/>
          </a:prstGeom>
          <a:solidFill>
            <a:srgbClr val="E0A825"/>
          </a:solidFill>
          <a:ln w="12700">
            <a:solidFill>
              <a:srgbClr val="E0A82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685800" y="20299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6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 W3C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23957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Balises void auto-fermantes, aria-labels invalides, hiérarchie h1→h2→h3 incorrecte → corrections systématiques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944368"/>
            <a:ext cx="8412480" cy="13716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457200" y="3017520"/>
            <a:ext cx="73152" cy="777240"/>
          </a:xfrm>
          <a:prstGeom prst="rect">
            <a:avLst/>
          </a:prstGeom>
          <a:solidFill>
            <a:srgbClr val="E0A825"/>
          </a:solidFill>
          <a:ln w="12700">
            <a:solidFill>
              <a:srgbClr val="E0A82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685800" y="303580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6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Filtres freelances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5800" y="34015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Sélecteurs CSS incohérents avec les data-attributes → refactorisé avec data-category + event delegation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950208"/>
            <a:ext cx="8412480" cy="13716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457200" y="4023360"/>
            <a:ext cx="73152" cy="777240"/>
          </a:xfrm>
          <a:prstGeom prst="rect">
            <a:avLst/>
          </a:prstGeom>
          <a:solidFill>
            <a:srgbClr val="E0A825"/>
          </a:solidFill>
          <a:ln w="12700">
            <a:solidFill>
              <a:srgbClr val="E0A82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685800" y="404164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6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Responsive mobile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5800" y="44074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Hero asymétrique cassé sur mobile → media queries Bootstrap + flex-direction: column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956048"/>
            <a:ext cx="8412480" cy="13716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  <p:transition spd="med">
    <p:pull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Ressources &amp; Documentation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6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Documentation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399032"/>
            <a:ext cx="4114800" cy="13716"/>
          </a:xfrm>
          <a:prstGeom prst="rect">
            <a:avLst/>
          </a:prstGeom>
          <a:solidFill>
            <a:srgbClr val="E0A825"/>
          </a:solidFill>
          <a:ln w="12700">
            <a:solidFill>
              <a:srgbClr val="E0A82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MDN Web Docs (HTML/CSS/JS)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96596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Bootstrap 5 — getbootstrap.com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37744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W3C Validator — validator.w3.org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92040" y="10058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6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Outils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892040" y="1399032"/>
            <a:ext cx="4114800" cy="13716"/>
          </a:xfrm>
          <a:prstGeom prst="rect">
            <a:avLst/>
          </a:prstGeom>
          <a:solidFill>
            <a:srgbClr val="E0A825"/>
          </a:solidFill>
          <a:ln w="12700">
            <a:solidFill>
              <a:srgbClr val="E0A82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4892040" y="155448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VS Code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92040" y="196596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Git &amp; GitHub Desktop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29718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6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" y="3364992"/>
            <a:ext cx="4114800" cy="13716"/>
          </a:xfrm>
          <a:prstGeom prst="rect">
            <a:avLst/>
          </a:prstGeom>
          <a:solidFill>
            <a:srgbClr val="E0A825"/>
          </a:solidFill>
          <a:ln w="12700">
            <a:solidFill>
              <a:srgbClr val="E0A82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457200" y="352044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Google Fonts 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393192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Awwwards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434340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92040" y="29718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6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Médias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892040" y="3364992"/>
            <a:ext cx="4114800" cy="13716"/>
          </a:xfrm>
          <a:prstGeom prst="rect">
            <a:avLst/>
          </a:prstGeom>
          <a:solidFill>
            <a:srgbClr val="E0A825"/>
          </a:solidFill>
          <a:ln w="12700">
            <a:solidFill>
              <a:srgbClr val="E0A82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4892040" y="352044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photos libres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92040" y="393192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Font Awesome — icônes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92040" y="434340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3D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630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E0A8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Démonstration Live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2743200" y="2514600"/>
            <a:ext cx="3657600" cy="45720"/>
          </a:xfrm>
          <a:prstGeom prst="rect">
            <a:avLst/>
          </a:prstGeom>
          <a:solidFill>
            <a:srgbClr val="E0A825"/>
          </a:solidFill>
          <a:ln w="12700">
            <a:solidFill>
              <a:srgbClr val="E0A82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7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https://2007kadiatoudiallo-alt.github.io/Diallo-Kadiatou-AfriTalent/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3566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0C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 •  Multi-pages  •  JavaScript  •  Bootstrap 5  •  GitHub Pages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Perspectives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6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Compétences acquises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490472"/>
            <a:ext cx="228600" cy="228600"/>
          </a:xfrm>
          <a:prstGeom prst="ellipse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777240" y="146304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Git — 10 commits structurés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066544"/>
            <a:ext cx="228600" cy="228600"/>
          </a:xfrm>
          <a:prstGeom prst="ellipse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777240" y="203911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5 — composants responsive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642616"/>
            <a:ext cx="228600" cy="228600"/>
          </a:xfrm>
          <a:prstGeom prst="ellipse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777240" y="2615184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 — DOM &amp; animations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218688"/>
            <a:ext cx="228600" cy="228600"/>
          </a:xfrm>
          <a:prstGeom prst="ellipse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777240" y="3191256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GitHub Pages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794760"/>
            <a:ext cx="228600" cy="228600"/>
          </a:xfrm>
          <a:prstGeom prst="ellipse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777240" y="3767328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W3C &amp; bonnes pratiques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54880" y="1005840"/>
            <a:ext cx="45720" cy="3749040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5029200" y="10058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6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Perspectives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349240" y="1432078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015310" y="1965960"/>
            <a:ext cx="228600" cy="228600"/>
          </a:xfrm>
          <a:prstGeom prst="ellipse">
            <a:avLst/>
          </a:prstGeom>
          <a:solidFill>
            <a:srgbClr val="E0A825"/>
          </a:solidFill>
          <a:ln w="12700">
            <a:solidFill>
              <a:srgbClr val="E0A82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5349240" y="187452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d'authentification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349240" y="3191256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015310" y="2398969"/>
            <a:ext cx="228600" cy="228600"/>
          </a:xfrm>
          <a:prstGeom prst="ellipse">
            <a:avLst/>
          </a:prstGeom>
          <a:solidFill>
            <a:srgbClr val="E0A825"/>
          </a:solidFill>
          <a:ln w="12700">
            <a:solidFill>
              <a:srgbClr val="E0A82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5394960" y="2304288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mobile app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3D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796396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E0A8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Merci !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3200400" y="3103752"/>
            <a:ext cx="2743200" cy="45720"/>
          </a:xfrm>
          <a:prstGeom prst="rect">
            <a:avLst/>
          </a:prstGeom>
          <a:solidFill>
            <a:srgbClr val="E0A825"/>
          </a:solidFill>
          <a:ln w="12700">
            <a:solidFill>
              <a:srgbClr val="E0A82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3749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0C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Diallo Kadiatou  •  Projet Web S2 — AfriTalent  •  Juin 2025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686</Words>
  <Application>Microsoft Office PowerPoint</Application>
  <PresentationFormat>Affichage à l'écran (16:9)</PresentationFormat>
  <Paragraphs>137</Paragraphs>
  <Slides>15</Slides>
  <Notes>13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Cambria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AfriTalent - Projet Web S2</dc:title>
  <dc:subject>PptxGenJS Presentation</dc:subject>
  <dc:creator>PptxGenJS</dc:creator>
  <cp:lastModifiedBy>kadiatou Diallo</cp:lastModifiedBy>
  <cp:revision>4</cp:revision>
  <dcterms:created xsi:type="dcterms:W3CDTF">2026-06-23T08:50:22Z</dcterms:created>
  <dcterms:modified xsi:type="dcterms:W3CDTF">2026-06-23T13:33:48Z</dcterms:modified>
</cp:coreProperties>
</file>